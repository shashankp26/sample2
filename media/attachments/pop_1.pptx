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004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8" r:id="rId9"/>
  </p:sldIdLst>
  <p:sldSz cx="10706100" cy="6032500"/>
  <p:notesSz cx="10706100" cy="6032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12AB38-82E6-43CD-B0C7-F2929668EC9B}" v="3" dt="2024-01-09T05:55:29.92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87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esh S" userId="8b0405d7e6e6e464" providerId="LiveId" clId="{A312AB38-82E6-43CD-B0C7-F2929668EC9B}"/>
    <pc:docChg chg="modSld">
      <pc:chgData name="Yogesh S" userId="8b0405d7e6e6e464" providerId="LiveId" clId="{A312AB38-82E6-43CD-B0C7-F2929668EC9B}" dt="2024-01-09T05:56:30.633" v="12" actId="1037"/>
      <pc:docMkLst>
        <pc:docMk/>
      </pc:docMkLst>
      <pc:sldChg chg="modSp mod modAnim">
        <pc:chgData name="Yogesh S" userId="8b0405d7e6e6e464" providerId="LiveId" clId="{A312AB38-82E6-43CD-B0C7-F2929668EC9B}" dt="2024-01-09T05:56:30.633" v="12" actId="1037"/>
        <pc:sldMkLst>
          <pc:docMk/>
          <pc:sldMk cId="0" sldId="256"/>
        </pc:sldMkLst>
        <pc:picChg chg="mod">
          <ac:chgData name="Yogesh S" userId="8b0405d7e6e6e464" providerId="LiveId" clId="{A312AB38-82E6-43CD-B0C7-F2929668EC9B}" dt="2024-01-09T05:56:30.633" v="12" actId="1037"/>
          <ac:picMkLst>
            <pc:docMk/>
            <pc:sldMk cId="0" sldId="256"/>
            <ac:picMk id="2" creationId="{00000000-0000-0000-0000-000000000000}"/>
          </ac:picMkLst>
        </pc:picChg>
      </pc:sldChg>
      <pc:sldChg chg="modAnim">
        <pc:chgData name="Yogesh S" userId="8b0405d7e6e6e464" providerId="LiveId" clId="{A312AB38-82E6-43CD-B0C7-F2929668EC9B}" dt="2024-01-09T05:55:26.503" v="1"/>
        <pc:sldMkLst>
          <pc:docMk/>
          <pc:sldMk cId="0" sldId="257"/>
        </pc:sldMkLst>
      </pc:sldChg>
      <pc:sldChg chg="modAnim">
        <pc:chgData name="Yogesh S" userId="8b0405d7e6e6e464" providerId="LiveId" clId="{A312AB38-82E6-43CD-B0C7-F2929668EC9B}" dt="2024-01-09T05:55:29.922" v="2"/>
        <pc:sldMkLst>
          <pc:docMk/>
          <pc:sldMk cId="0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7447"/>
            <a:ext cx="10706100" cy="6039948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3393" y="2115099"/>
            <a:ext cx="6820341" cy="1448136"/>
          </a:xfrm>
        </p:spPr>
        <p:txBody>
          <a:bodyPr anchor="b">
            <a:noAutofit/>
          </a:bodyPr>
          <a:lstStyle>
            <a:lvl1pPr algn="r">
              <a:defRPr sz="4742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3393" y="3563233"/>
            <a:ext cx="6820341" cy="964865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01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02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44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5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073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08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10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11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666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1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249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785" y="2375763"/>
            <a:ext cx="7548949" cy="1606715"/>
          </a:xfrm>
        </p:spPr>
        <p:txBody>
          <a:bodyPr anchor="b"/>
          <a:lstStyle>
            <a:lvl1pPr algn="l">
              <a:defRPr sz="3512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785" y="3982478"/>
            <a:ext cx="7548949" cy="756833"/>
          </a:xfrm>
        </p:spPr>
        <p:txBody>
          <a:bodyPr anchor="t"/>
          <a:lstStyle>
            <a:lvl1pPr marL="0" indent="0" algn="l">
              <a:buNone/>
              <a:defRPr sz="1756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01467" indent="0">
              <a:buNone/>
              <a:defRPr sz="1581">
                <a:solidFill>
                  <a:schemeClr val="tx1">
                    <a:tint val="75000"/>
                  </a:schemeClr>
                </a:solidFill>
              </a:defRPr>
            </a:lvl2pPr>
            <a:lvl3pPr marL="802935" indent="0">
              <a:buNone/>
              <a:defRPr sz="1405">
                <a:solidFill>
                  <a:schemeClr val="tx1">
                    <a:tint val="75000"/>
                  </a:schemeClr>
                </a:solidFill>
              </a:defRPr>
            </a:lvl3pPr>
            <a:lvl4pPr marL="1204402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4pPr>
            <a:lvl5pPr marL="1605869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5pPr>
            <a:lvl6pPr marL="2007337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6pPr>
            <a:lvl7pPr marL="2408804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7pPr>
            <a:lvl8pPr marL="2810271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8pPr>
            <a:lvl9pPr marL="3211739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376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784" y="1900518"/>
            <a:ext cx="3674106" cy="3413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9630" y="1900519"/>
            <a:ext cx="3674105" cy="34136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213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3389" y="1900865"/>
            <a:ext cx="3675500" cy="506897"/>
          </a:xfrm>
        </p:spPr>
        <p:txBody>
          <a:bodyPr anchor="b">
            <a:noAutofit/>
          </a:bodyPr>
          <a:lstStyle>
            <a:lvl1pPr marL="0" indent="0">
              <a:buNone/>
              <a:defRPr sz="2107" b="0"/>
            </a:lvl1pPr>
            <a:lvl2pPr marL="401467" indent="0">
              <a:buNone/>
              <a:defRPr sz="1756" b="1"/>
            </a:lvl2pPr>
            <a:lvl3pPr marL="802935" indent="0">
              <a:buNone/>
              <a:defRPr sz="1581" b="1"/>
            </a:lvl3pPr>
            <a:lvl4pPr marL="1204402" indent="0">
              <a:buNone/>
              <a:defRPr sz="1405" b="1"/>
            </a:lvl4pPr>
            <a:lvl5pPr marL="1605869" indent="0">
              <a:buNone/>
              <a:defRPr sz="1405" b="1"/>
            </a:lvl5pPr>
            <a:lvl6pPr marL="2007337" indent="0">
              <a:buNone/>
              <a:defRPr sz="1405" b="1"/>
            </a:lvl6pPr>
            <a:lvl7pPr marL="2408804" indent="0">
              <a:buNone/>
              <a:defRPr sz="1405" b="1"/>
            </a:lvl7pPr>
            <a:lvl8pPr marL="2810271" indent="0">
              <a:buNone/>
              <a:defRPr sz="1405" b="1"/>
            </a:lvl8pPr>
            <a:lvl9pPr marL="3211739" indent="0">
              <a:buNone/>
              <a:defRPr sz="140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3389" y="2407762"/>
            <a:ext cx="3675500" cy="29063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68236" y="1900865"/>
            <a:ext cx="3675496" cy="506897"/>
          </a:xfrm>
        </p:spPr>
        <p:txBody>
          <a:bodyPr anchor="b">
            <a:noAutofit/>
          </a:bodyPr>
          <a:lstStyle>
            <a:lvl1pPr marL="0" indent="0">
              <a:buNone/>
              <a:defRPr sz="2107" b="0"/>
            </a:lvl1pPr>
            <a:lvl2pPr marL="401467" indent="0">
              <a:buNone/>
              <a:defRPr sz="1756" b="1"/>
            </a:lvl2pPr>
            <a:lvl3pPr marL="802935" indent="0">
              <a:buNone/>
              <a:defRPr sz="1581" b="1"/>
            </a:lvl3pPr>
            <a:lvl4pPr marL="1204402" indent="0">
              <a:buNone/>
              <a:defRPr sz="1405" b="1"/>
            </a:lvl4pPr>
            <a:lvl5pPr marL="1605869" indent="0">
              <a:buNone/>
              <a:defRPr sz="1405" b="1"/>
            </a:lvl5pPr>
            <a:lvl6pPr marL="2007337" indent="0">
              <a:buNone/>
              <a:defRPr sz="1405" b="1"/>
            </a:lvl6pPr>
            <a:lvl7pPr marL="2408804" indent="0">
              <a:buNone/>
              <a:defRPr sz="1405" b="1"/>
            </a:lvl7pPr>
            <a:lvl8pPr marL="2810271" indent="0">
              <a:buNone/>
              <a:defRPr sz="1405" b="1"/>
            </a:lvl8pPr>
            <a:lvl9pPr marL="3211739" indent="0">
              <a:buNone/>
              <a:defRPr sz="140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68238" y="2407762"/>
            <a:ext cx="3675495" cy="29063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695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784" y="536222"/>
            <a:ext cx="7548949" cy="116181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334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173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784" y="1318216"/>
            <a:ext cx="3384757" cy="1124577"/>
          </a:xfrm>
        </p:spPr>
        <p:txBody>
          <a:bodyPr anchor="b">
            <a:normAutofit/>
          </a:bodyPr>
          <a:lstStyle>
            <a:lvl1pPr>
              <a:defRPr sz="17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0280" y="452943"/>
            <a:ext cx="3963453" cy="486121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784" y="2442793"/>
            <a:ext cx="3384757" cy="2273358"/>
          </a:xfrm>
        </p:spPr>
        <p:txBody>
          <a:bodyPr>
            <a:normAutofit/>
          </a:bodyPr>
          <a:lstStyle>
            <a:lvl1pPr marL="0" indent="0">
              <a:buNone/>
              <a:defRPr sz="1229"/>
            </a:lvl1pPr>
            <a:lvl2pPr marL="401347" indent="0">
              <a:buNone/>
              <a:defRPr sz="1229"/>
            </a:lvl2pPr>
            <a:lvl3pPr marL="802694" indent="0">
              <a:buNone/>
              <a:defRPr sz="1054"/>
            </a:lvl3pPr>
            <a:lvl4pPr marL="1204041" indent="0">
              <a:buNone/>
              <a:defRPr sz="878"/>
            </a:lvl4pPr>
            <a:lvl5pPr marL="1605387" indent="0">
              <a:buNone/>
              <a:defRPr sz="878"/>
            </a:lvl5pPr>
            <a:lvl6pPr marL="2006734" indent="0">
              <a:buNone/>
              <a:defRPr sz="878"/>
            </a:lvl6pPr>
            <a:lvl7pPr marL="2408081" indent="0">
              <a:buNone/>
              <a:defRPr sz="878"/>
            </a:lvl7pPr>
            <a:lvl8pPr marL="2809428" indent="0">
              <a:buNone/>
              <a:defRPr sz="878"/>
            </a:lvl8pPr>
            <a:lvl9pPr marL="3210775" indent="0">
              <a:buNone/>
              <a:defRPr sz="8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915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784" y="4222750"/>
            <a:ext cx="7548948" cy="498520"/>
          </a:xfrm>
        </p:spPr>
        <p:txBody>
          <a:bodyPr anchor="b">
            <a:normAutofit/>
          </a:bodyPr>
          <a:lstStyle>
            <a:lvl1pPr algn="l">
              <a:defRPr sz="2107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784" y="536222"/>
            <a:ext cx="7548949" cy="338280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5"/>
            </a:lvl1pPr>
            <a:lvl2pPr marL="401467" indent="0">
              <a:buNone/>
              <a:defRPr sz="1405"/>
            </a:lvl2pPr>
            <a:lvl3pPr marL="802935" indent="0">
              <a:buNone/>
              <a:defRPr sz="1405"/>
            </a:lvl3pPr>
            <a:lvl4pPr marL="1204402" indent="0">
              <a:buNone/>
              <a:defRPr sz="1405"/>
            </a:lvl4pPr>
            <a:lvl5pPr marL="1605869" indent="0">
              <a:buNone/>
              <a:defRPr sz="1405"/>
            </a:lvl5pPr>
            <a:lvl6pPr marL="2007337" indent="0">
              <a:buNone/>
              <a:defRPr sz="1405"/>
            </a:lvl6pPr>
            <a:lvl7pPr marL="2408804" indent="0">
              <a:buNone/>
              <a:defRPr sz="1405"/>
            </a:lvl7pPr>
            <a:lvl8pPr marL="2810271" indent="0">
              <a:buNone/>
              <a:defRPr sz="1405"/>
            </a:lvl8pPr>
            <a:lvl9pPr marL="3211739" indent="0">
              <a:buNone/>
              <a:defRPr sz="140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784" y="4721270"/>
            <a:ext cx="7548948" cy="592891"/>
          </a:xfrm>
        </p:spPr>
        <p:txBody>
          <a:bodyPr>
            <a:normAutofit/>
          </a:bodyPr>
          <a:lstStyle>
            <a:lvl1pPr marL="0" indent="0">
              <a:buNone/>
              <a:defRPr sz="1054"/>
            </a:lvl1pPr>
            <a:lvl2pPr marL="401467" indent="0">
              <a:buNone/>
              <a:defRPr sz="1054"/>
            </a:lvl2pPr>
            <a:lvl3pPr marL="802935" indent="0">
              <a:buNone/>
              <a:defRPr sz="878"/>
            </a:lvl3pPr>
            <a:lvl4pPr marL="1204402" indent="0">
              <a:buNone/>
              <a:defRPr sz="790"/>
            </a:lvl4pPr>
            <a:lvl5pPr marL="1605869" indent="0">
              <a:buNone/>
              <a:defRPr sz="790"/>
            </a:lvl5pPr>
            <a:lvl6pPr marL="2007337" indent="0">
              <a:buNone/>
              <a:defRPr sz="790"/>
            </a:lvl6pPr>
            <a:lvl7pPr marL="2408804" indent="0">
              <a:buNone/>
              <a:defRPr sz="790"/>
            </a:lvl7pPr>
            <a:lvl8pPr marL="2810271" indent="0">
              <a:buNone/>
              <a:defRPr sz="790"/>
            </a:lvl8pPr>
            <a:lvl9pPr marL="3211739" indent="0">
              <a:buNone/>
              <a:defRPr sz="7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699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785" y="536222"/>
            <a:ext cx="7548949" cy="2993907"/>
          </a:xfrm>
        </p:spPr>
        <p:txBody>
          <a:bodyPr anchor="ctr">
            <a:normAutofit/>
          </a:bodyPr>
          <a:lstStyle>
            <a:lvl1pPr algn="l">
              <a:defRPr sz="3864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785" y="3932296"/>
            <a:ext cx="7548949" cy="1381865"/>
          </a:xfrm>
        </p:spPr>
        <p:txBody>
          <a:bodyPr anchor="ctr">
            <a:normAutofit/>
          </a:bodyPr>
          <a:lstStyle>
            <a:lvl1pPr marL="0" indent="0" algn="l">
              <a:buNone/>
              <a:defRPr sz="158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01467" indent="0">
              <a:buNone/>
              <a:defRPr sz="1581">
                <a:solidFill>
                  <a:schemeClr val="tx1">
                    <a:tint val="75000"/>
                  </a:schemeClr>
                </a:solidFill>
              </a:defRPr>
            </a:lvl2pPr>
            <a:lvl3pPr marL="802935" indent="0">
              <a:buNone/>
              <a:defRPr sz="1405">
                <a:solidFill>
                  <a:schemeClr val="tx1">
                    <a:tint val="75000"/>
                  </a:schemeClr>
                </a:solidFill>
              </a:defRPr>
            </a:lvl3pPr>
            <a:lvl4pPr marL="1204402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4pPr>
            <a:lvl5pPr marL="1605869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5pPr>
            <a:lvl6pPr marL="2007337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6pPr>
            <a:lvl7pPr marL="2408804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7pPr>
            <a:lvl8pPr marL="2810271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8pPr>
            <a:lvl9pPr marL="3211739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589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7828" y="536222"/>
            <a:ext cx="7107661" cy="2658769"/>
          </a:xfrm>
        </p:spPr>
        <p:txBody>
          <a:bodyPr anchor="ctr">
            <a:normAutofit/>
          </a:bodyPr>
          <a:lstStyle>
            <a:lvl1pPr algn="l">
              <a:defRPr sz="3864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99641" y="3194991"/>
            <a:ext cx="6344035" cy="335139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4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01467" indent="0">
              <a:buFontTx/>
              <a:buNone/>
              <a:defRPr/>
            </a:lvl2pPr>
            <a:lvl3pPr marL="802935" indent="0">
              <a:buFontTx/>
              <a:buNone/>
              <a:defRPr/>
            </a:lvl3pPr>
            <a:lvl4pPr marL="1204402" indent="0">
              <a:buFontTx/>
              <a:buNone/>
              <a:defRPr/>
            </a:lvl4pPr>
            <a:lvl5pPr marL="1605869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785" y="3932296"/>
            <a:ext cx="7548949" cy="1381865"/>
          </a:xfrm>
        </p:spPr>
        <p:txBody>
          <a:bodyPr anchor="ctr">
            <a:normAutofit/>
          </a:bodyPr>
          <a:lstStyle>
            <a:lvl1pPr marL="0" indent="0" algn="l">
              <a:buNone/>
              <a:defRPr sz="158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01467" indent="0">
              <a:buNone/>
              <a:defRPr sz="1581">
                <a:solidFill>
                  <a:schemeClr val="tx1">
                    <a:tint val="75000"/>
                  </a:schemeClr>
                </a:solidFill>
              </a:defRPr>
            </a:lvl2pPr>
            <a:lvl3pPr marL="802935" indent="0">
              <a:buNone/>
              <a:defRPr sz="1405">
                <a:solidFill>
                  <a:schemeClr val="tx1">
                    <a:tint val="75000"/>
                  </a:schemeClr>
                </a:solidFill>
              </a:defRPr>
            </a:lvl3pPr>
            <a:lvl4pPr marL="1204402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4pPr>
            <a:lvl5pPr marL="1605869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5pPr>
            <a:lvl6pPr marL="2007337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6pPr>
            <a:lvl7pPr marL="2408804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7pPr>
            <a:lvl8pPr marL="2810271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8pPr>
            <a:lvl9pPr marL="3211739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475830" y="695240"/>
            <a:ext cx="535305" cy="514386"/>
          </a:xfrm>
          <a:prstGeom prst="rect">
            <a:avLst/>
          </a:prstGeom>
        </p:spPr>
        <p:txBody>
          <a:bodyPr vert="horz" lIns="80296" tIns="40148" rIns="80296" bIns="40148" rtlCol="0" anchor="ctr">
            <a:noAutofit/>
          </a:bodyPr>
          <a:lstStyle/>
          <a:p>
            <a:pPr lvl="0"/>
            <a:r>
              <a:rPr lang="en-US" sz="7025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09175" y="2539100"/>
            <a:ext cx="535305" cy="514386"/>
          </a:xfrm>
          <a:prstGeom prst="rect">
            <a:avLst/>
          </a:prstGeom>
        </p:spPr>
        <p:txBody>
          <a:bodyPr vert="horz" lIns="80296" tIns="40148" rIns="80296" bIns="40148" rtlCol="0" anchor="ctr">
            <a:noAutofit/>
          </a:bodyPr>
          <a:lstStyle/>
          <a:p>
            <a:pPr lvl="0"/>
            <a:r>
              <a:rPr lang="en-US" sz="7025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581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4769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785" y="1699434"/>
            <a:ext cx="7548949" cy="2283044"/>
          </a:xfrm>
        </p:spPr>
        <p:txBody>
          <a:bodyPr anchor="b">
            <a:normAutofit/>
          </a:bodyPr>
          <a:lstStyle>
            <a:lvl1pPr algn="l">
              <a:defRPr sz="3864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785" y="3982477"/>
            <a:ext cx="7548949" cy="1331684"/>
          </a:xfrm>
        </p:spPr>
        <p:txBody>
          <a:bodyPr anchor="t">
            <a:normAutofit/>
          </a:bodyPr>
          <a:lstStyle>
            <a:lvl1pPr marL="0" indent="0" algn="l">
              <a:buNone/>
              <a:defRPr sz="158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01467" indent="0">
              <a:buNone/>
              <a:defRPr sz="1581">
                <a:solidFill>
                  <a:schemeClr val="tx1">
                    <a:tint val="75000"/>
                  </a:schemeClr>
                </a:solidFill>
              </a:defRPr>
            </a:lvl2pPr>
            <a:lvl3pPr marL="802935" indent="0">
              <a:buNone/>
              <a:defRPr sz="1405">
                <a:solidFill>
                  <a:schemeClr val="tx1">
                    <a:tint val="75000"/>
                  </a:schemeClr>
                </a:solidFill>
              </a:defRPr>
            </a:lvl3pPr>
            <a:lvl4pPr marL="1204402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4pPr>
            <a:lvl5pPr marL="1605869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5pPr>
            <a:lvl6pPr marL="2007337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6pPr>
            <a:lvl7pPr marL="2408804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7pPr>
            <a:lvl8pPr marL="2810271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8pPr>
            <a:lvl9pPr marL="3211739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343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7828" y="536222"/>
            <a:ext cx="7107661" cy="2658769"/>
          </a:xfrm>
        </p:spPr>
        <p:txBody>
          <a:bodyPr anchor="ctr">
            <a:normAutofit/>
          </a:bodyPr>
          <a:lstStyle>
            <a:lvl1pPr algn="l">
              <a:defRPr sz="3864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94783" y="3530130"/>
            <a:ext cx="7548950" cy="4523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10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01467" indent="0">
              <a:buFontTx/>
              <a:buNone/>
              <a:defRPr/>
            </a:lvl2pPr>
            <a:lvl3pPr marL="802935" indent="0">
              <a:buFontTx/>
              <a:buNone/>
              <a:defRPr/>
            </a:lvl3pPr>
            <a:lvl4pPr marL="1204402" indent="0">
              <a:buFontTx/>
              <a:buNone/>
              <a:defRPr/>
            </a:lvl4pPr>
            <a:lvl5pPr marL="1605869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785" y="3982477"/>
            <a:ext cx="7548949" cy="1331684"/>
          </a:xfrm>
        </p:spPr>
        <p:txBody>
          <a:bodyPr anchor="t">
            <a:normAutofit/>
          </a:bodyPr>
          <a:lstStyle>
            <a:lvl1pPr marL="0" indent="0" algn="l">
              <a:buNone/>
              <a:defRPr sz="158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01467" indent="0">
              <a:buNone/>
              <a:defRPr sz="1581">
                <a:solidFill>
                  <a:schemeClr val="tx1">
                    <a:tint val="75000"/>
                  </a:schemeClr>
                </a:solidFill>
              </a:defRPr>
            </a:lvl2pPr>
            <a:lvl3pPr marL="802935" indent="0">
              <a:buNone/>
              <a:defRPr sz="1405">
                <a:solidFill>
                  <a:schemeClr val="tx1">
                    <a:tint val="75000"/>
                  </a:schemeClr>
                </a:solidFill>
              </a:defRPr>
            </a:lvl3pPr>
            <a:lvl4pPr marL="1204402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4pPr>
            <a:lvl5pPr marL="1605869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5pPr>
            <a:lvl6pPr marL="2007337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6pPr>
            <a:lvl7pPr marL="2408804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7pPr>
            <a:lvl8pPr marL="2810271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8pPr>
            <a:lvl9pPr marL="3211739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475830" y="695240"/>
            <a:ext cx="535305" cy="514386"/>
          </a:xfrm>
          <a:prstGeom prst="rect">
            <a:avLst/>
          </a:prstGeom>
        </p:spPr>
        <p:txBody>
          <a:bodyPr vert="horz" lIns="80296" tIns="40148" rIns="80296" bIns="40148" rtlCol="0" anchor="ctr">
            <a:noAutofit/>
          </a:bodyPr>
          <a:lstStyle/>
          <a:p>
            <a:pPr lvl="0"/>
            <a:r>
              <a:rPr lang="en-US" sz="7025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09175" y="2539100"/>
            <a:ext cx="535305" cy="514386"/>
          </a:xfrm>
          <a:prstGeom prst="rect">
            <a:avLst/>
          </a:prstGeom>
        </p:spPr>
        <p:txBody>
          <a:bodyPr vert="horz" lIns="80296" tIns="40148" rIns="80296" bIns="40148" rtlCol="0" anchor="ctr">
            <a:noAutofit/>
          </a:bodyPr>
          <a:lstStyle/>
          <a:p>
            <a:pPr lvl="0"/>
            <a:r>
              <a:rPr lang="en-US" sz="7025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2673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2218" y="536222"/>
            <a:ext cx="7541516" cy="2658769"/>
          </a:xfrm>
        </p:spPr>
        <p:txBody>
          <a:bodyPr anchor="ctr">
            <a:normAutofit/>
          </a:bodyPr>
          <a:lstStyle>
            <a:lvl1pPr algn="l">
              <a:defRPr sz="3864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94783" y="3530130"/>
            <a:ext cx="7548950" cy="4523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107">
                <a:solidFill>
                  <a:schemeClr val="accent1"/>
                </a:solidFill>
              </a:defRPr>
            </a:lvl1pPr>
            <a:lvl2pPr marL="401467" indent="0">
              <a:buFontTx/>
              <a:buNone/>
              <a:defRPr/>
            </a:lvl2pPr>
            <a:lvl3pPr marL="802935" indent="0">
              <a:buFontTx/>
              <a:buNone/>
              <a:defRPr/>
            </a:lvl3pPr>
            <a:lvl4pPr marL="1204402" indent="0">
              <a:buFontTx/>
              <a:buNone/>
              <a:defRPr/>
            </a:lvl4pPr>
            <a:lvl5pPr marL="1605869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785" y="3982477"/>
            <a:ext cx="7548949" cy="1331684"/>
          </a:xfrm>
        </p:spPr>
        <p:txBody>
          <a:bodyPr anchor="t">
            <a:normAutofit/>
          </a:bodyPr>
          <a:lstStyle>
            <a:lvl1pPr marL="0" indent="0" algn="l">
              <a:buNone/>
              <a:defRPr sz="158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01467" indent="0">
              <a:buNone/>
              <a:defRPr sz="1581">
                <a:solidFill>
                  <a:schemeClr val="tx1">
                    <a:tint val="75000"/>
                  </a:schemeClr>
                </a:solidFill>
              </a:defRPr>
            </a:lvl2pPr>
            <a:lvl3pPr marL="802935" indent="0">
              <a:buNone/>
              <a:defRPr sz="1405">
                <a:solidFill>
                  <a:schemeClr val="tx1">
                    <a:tint val="75000"/>
                  </a:schemeClr>
                </a:solidFill>
              </a:defRPr>
            </a:lvl3pPr>
            <a:lvl4pPr marL="1204402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4pPr>
            <a:lvl5pPr marL="1605869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5pPr>
            <a:lvl6pPr marL="2007337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6pPr>
            <a:lvl7pPr marL="2408804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7pPr>
            <a:lvl8pPr marL="2810271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8pPr>
            <a:lvl9pPr marL="3211739" indent="0">
              <a:buNone/>
              <a:defRPr sz="122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6540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901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6614" y="536222"/>
            <a:ext cx="1145727" cy="4619332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785" y="536222"/>
            <a:ext cx="6199694" cy="461933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29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7447"/>
            <a:ext cx="10706100" cy="6039948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784" y="536222"/>
            <a:ext cx="7548949" cy="11618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784" y="1900519"/>
            <a:ext cx="7548949" cy="3413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27008" y="5314161"/>
            <a:ext cx="800796" cy="32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784" y="5314161"/>
            <a:ext cx="5530091" cy="32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676" y="5314161"/>
            <a:ext cx="600057" cy="32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59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4006" r:id="rId2"/>
    <p:sldLayoutId id="2147484007" r:id="rId3"/>
    <p:sldLayoutId id="2147484008" r:id="rId4"/>
    <p:sldLayoutId id="2147484009" r:id="rId5"/>
    <p:sldLayoutId id="2147484010" r:id="rId6"/>
    <p:sldLayoutId id="2147484011" r:id="rId7"/>
    <p:sldLayoutId id="2147484012" r:id="rId8"/>
    <p:sldLayoutId id="2147484013" r:id="rId9"/>
    <p:sldLayoutId id="2147484014" r:id="rId10"/>
    <p:sldLayoutId id="2147484015" r:id="rId11"/>
    <p:sldLayoutId id="2147484016" r:id="rId12"/>
    <p:sldLayoutId id="2147484017" r:id="rId13"/>
    <p:sldLayoutId id="2147484018" r:id="rId14"/>
    <p:sldLayoutId id="2147484019" r:id="rId15"/>
    <p:sldLayoutId id="2147484020" r:id="rId16"/>
  </p:sldLayoutIdLst>
  <p:txStyles>
    <p:titleStyle>
      <a:lvl1pPr algn="l" defTabSz="401467" rtl="0" eaLnBrk="1" latinLnBrk="0" hangingPunct="1">
        <a:spcBef>
          <a:spcPct val="0"/>
        </a:spcBef>
        <a:buNone/>
        <a:defRPr sz="3161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1100" indent="-301100" algn="l" defTabSz="401467" rtl="0" eaLnBrk="1" latinLnBrk="0" hangingPunct="1">
        <a:spcBef>
          <a:spcPts val="878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8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52384" indent="-250917" algn="l" defTabSz="401467" rtl="0" eaLnBrk="1" latinLnBrk="0" hangingPunct="1">
        <a:spcBef>
          <a:spcPts val="878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03668" indent="-200734" algn="l" defTabSz="401467" rtl="0" eaLnBrk="1" latinLnBrk="0" hangingPunct="1">
        <a:spcBef>
          <a:spcPts val="878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2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05136" indent="-200734" algn="l" defTabSz="401467" rtl="0" eaLnBrk="1" latinLnBrk="0" hangingPunct="1">
        <a:spcBef>
          <a:spcPts val="878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06603" indent="-200734" algn="l" defTabSz="401467" rtl="0" eaLnBrk="1" latinLnBrk="0" hangingPunct="1">
        <a:spcBef>
          <a:spcPts val="878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208070" indent="-200734" algn="l" defTabSz="401467" rtl="0" eaLnBrk="1" latinLnBrk="0" hangingPunct="1">
        <a:spcBef>
          <a:spcPts val="878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609538" indent="-200734" algn="l" defTabSz="401467" rtl="0" eaLnBrk="1" latinLnBrk="0" hangingPunct="1">
        <a:spcBef>
          <a:spcPts val="878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011005" indent="-200734" algn="l" defTabSz="401467" rtl="0" eaLnBrk="1" latinLnBrk="0" hangingPunct="1">
        <a:spcBef>
          <a:spcPts val="878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412472" indent="-200734" algn="l" defTabSz="401467" rtl="0" eaLnBrk="1" latinLnBrk="0" hangingPunct="1">
        <a:spcBef>
          <a:spcPts val="878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1467" rtl="0" eaLnBrk="1" latinLnBrk="0" hangingPunct="1">
        <a:defRPr sz="1581" kern="1200">
          <a:solidFill>
            <a:schemeClr val="tx1"/>
          </a:solidFill>
          <a:latin typeface="+mn-lt"/>
          <a:ea typeface="+mn-ea"/>
          <a:cs typeface="+mn-cs"/>
        </a:defRPr>
      </a:lvl1pPr>
      <a:lvl2pPr marL="401467" algn="l" defTabSz="401467" rtl="0" eaLnBrk="1" latinLnBrk="0" hangingPunct="1">
        <a:defRPr sz="1581" kern="1200">
          <a:solidFill>
            <a:schemeClr val="tx1"/>
          </a:solidFill>
          <a:latin typeface="+mn-lt"/>
          <a:ea typeface="+mn-ea"/>
          <a:cs typeface="+mn-cs"/>
        </a:defRPr>
      </a:lvl2pPr>
      <a:lvl3pPr marL="802935" algn="l" defTabSz="401467" rtl="0" eaLnBrk="1" latinLnBrk="0" hangingPunct="1">
        <a:defRPr sz="1581" kern="1200">
          <a:solidFill>
            <a:schemeClr val="tx1"/>
          </a:solidFill>
          <a:latin typeface="+mn-lt"/>
          <a:ea typeface="+mn-ea"/>
          <a:cs typeface="+mn-cs"/>
        </a:defRPr>
      </a:lvl3pPr>
      <a:lvl4pPr marL="1204402" algn="l" defTabSz="401467" rtl="0" eaLnBrk="1" latinLnBrk="0" hangingPunct="1">
        <a:defRPr sz="1581" kern="1200">
          <a:solidFill>
            <a:schemeClr val="tx1"/>
          </a:solidFill>
          <a:latin typeface="+mn-lt"/>
          <a:ea typeface="+mn-ea"/>
          <a:cs typeface="+mn-cs"/>
        </a:defRPr>
      </a:lvl4pPr>
      <a:lvl5pPr marL="1605869" algn="l" defTabSz="401467" rtl="0" eaLnBrk="1" latinLnBrk="0" hangingPunct="1">
        <a:defRPr sz="1581" kern="1200">
          <a:solidFill>
            <a:schemeClr val="tx1"/>
          </a:solidFill>
          <a:latin typeface="+mn-lt"/>
          <a:ea typeface="+mn-ea"/>
          <a:cs typeface="+mn-cs"/>
        </a:defRPr>
      </a:lvl5pPr>
      <a:lvl6pPr marL="2007337" algn="l" defTabSz="401467" rtl="0" eaLnBrk="1" latinLnBrk="0" hangingPunct="1">
        <a:defRPr sz="1581" kern="1200">
          <a:solidFill>
            <a:schemeClr val="tx1"/>
          </a:solidFill>
          <a:latin typeface="+mn-lt"/>
          <a:ea typeface="+mn-ea"/>
          <a:cs typeface="+mn-cs"/>
        </a:defRPr>
      </a:lvl6pPr>
      <a:lvl7pPr marL="2408804" algn="l" defTabSz="401467" rtl="0" eaLnBrk="1" latinLnBrk="0" hangingPunct="1">
        <a:defRPr sz="1581" kern="1200">
          <a:solidFill>
            <a:schemeClr val="tx1"/>
          </a:solidFill>
          <a:latin typeface="+mn-lt"/>
          <a:ea typeface="+mn-ea"/>
          <a:cs typeface="+mn-cs"/>
        </a:defRPr>
      </a:lvl7pPr>
      <a:lvl8pPr marL="2810271" algn="l" defTabSz="401467" rtl="0" eaLnBrk="1" latinLnBrk="0" hangingPunct="1">
        <a:defRPr sz="1581" kern="1200">
          <a:solidFill>
            <a:schemeClr val="tx1"/>
          </a:solidFill>
          <a:latin typeface="+mn-lt"/>
          <a:ea typeface="+mn-ea"/>
          <a:cs typeface="+mn-cs"/>
        </a:defRPr>
      </a:lvl8pPr>
      <a:lvl9pPr marL="3211739" algn="l" defTabSz="401467" rtl="0" eaLnBrk="1" latinLnBrk="0" hangingPunct="1">
        <a:defRPr sz="15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23286" y="2796544"/>
            <a:ext cx="7612204" cy="1545348"/>
          </a:xfrm>
          <a:prstGeom prst="rect">
            <a:avLst/>
          </a:prstGeom>
        </p:spPr>
        <p:txBody>
          <a:bodyPr vert="horz" wrap="square" lIns="0" tIns="29009" rIns="0" bIns="0" rtlCol="0">
            <a:spAutoFit/>
          </a:bodyPr>
          <a:lstStyle/>
          <a:p>
            <a:pPr marL="23206">
              <a:spcBef>
                <a:spcPts val="228"/>
              </a:spcBef>
            </a:pPr>
            <a:r>
              <a:rPr sz="1919" spc="-191" dirty="0">
                <a:latin typeface="Georgia"/>
                <a:cs typeface="Georgia"/>
              </a:rPr>
              <a:t>N</a:t>
            </a:r>
            <a:r>
              <a:rPr sz="1919" spc="83" dirty="0">
                <a:latin typeface="Georgia"/>
                <a:cs typeface="Georgia"/>
              </a:rPr>
              <a:t>ame</a:t>
            </a:r>
            <a:r>
              <a:rPr sz="1919" spc="-110" dirty="0">
                <a:latin typeface="Georgia"/>
                <a:cs typeface="Georgia"/>
              </a:rPr>
              <a:t> </a:t>
            </a:r>
            <a:r>
              <a:rPr sz="1919" spc="-83" dirty="0">
                <a:latin typeface="Georgia"/>
                <a:cs typeface="Georgia"/>
              </a:rPr>
              <a:t>:</a:t>
            </a:r>
            <a:r>
              <a:rPr sz="1919" spc="-110" dirty="0">
                <a:latin typeface="Georgia"/>
                <a:cs typeface="Georgia"/>
              </a:rPr>
              <a:t> Y</a:t>
            </a:r>
            <a:r>
              <a:rPr sz="1919" spc="37" dirty="0">
                <a:latin typeface="Georgia"/>
                <a:cs typeface="Georgia"/>
              </a:rPr>
              <a:t>o</a:t>
            </a:r>
            <a:r>
              <a:rPr sz="1919" spc="-27" dirty="0">
                <a:latin typeface="Georgia"/>
                <a:cs typeface="Georgia"/>
              </a:rPr>
              <a:t>g</a:t>
            </a:r>
            <a:r>
              <a:rPr sz="1919" spc="54" dirty="0">
                <a:latin typeface="Georgia"/>
                <a:cs typeface="Georgia"/>
              </a:rPr>
              <a:t>esh</a:t>
            </a:r>
            <a:r>
              <a:rPr sz="1919" spc="-110" dirty="0">
                <a:latin typeface="Georgia"/>
                <a:cs typeface="Georgia"/>
              </a:rPr>
              <a:t> </a:t>
            </a:r>
            <a:r>
              <a:rPr sz="1919" spc="100" dirty="0">
                <a:latin typeface="Georgia"/>
                <a:cs typeface="Georgia"/>
              </a:rPr>
              <a:t>S</a:t>
            </a:r>
            <a:endParaRPr sz="1919" dirty="0">
              <a:latin typeface="Georgia"/>
              <a:cs typeface="Georgia"/>
            </a:endParaRPr>
          </a:p>
          <a:p>
            <a:pPr marL="23206" marR="1149854">
              <a:lnSpc>
                <a:spcPct val="102699"/>
              </a:lnSpc>
              <a:spcBef>
                <a:spcPts val="9"/>
              </a:spcBef>
            </a:pPr>
            <a:r>
              <a:rPr sz="1919" spc="73" dirty="0">
                <a:latin typeface="Georgia"/>
                <a:cs typeface="Georgia"/>
              </a:rPr>
              <a:t>S</a:t>
            </a:r>
            <a:r>
              <a:rPr sz="1919" spc="83" dirty="0">
                <a:latin typeface="Georgia"/>
                <a:cs typeface="Georgia"/>
              </a:rPr>
              <a:t>ubject</a:t>
            </a:r>
            <a:r>
              <a:rPr sz="1919" spc="-110" dirty="0">
                <a:latin typeface="Georgia"/>
                <a:cs typeface="Georgia"/>
              </a:rPr>
              <a:t> </a:t>
            </a:r>
            <a:r>
              <a:rPr lang="en-IN" sz="1919" spc="-83" dirty="0">
                <a:latin typeface="Georgia"/>
                <a:cs typeface="Georgia"/>
              </a:rPr>
              <a:t>:Principles of </a:t>
            </a:r>
            <a:r>
              <a:rPr lang="en-IN" sz="1919" spc="-83">
                <a:latin typeface="Georgia"/>
                <a:cs typeface="Georgia"/>
              </a:rPr>
              <a:t>programming in C</a:t>
            </a:r>
            <a:endParaRPr sz="1919" dirty="0">
              <a:latin typeface="Georgia"/>
              <a:cs typeface="Georgia"/>
            </a:endParaRPr>
          </a:p>
          <a:p>
            <a:pPr marL="23206" marR="9282">
              <a:lnSpc>
                <a:spcPct val="102699"/>
              </a:lnSpc>
            </a:pPr>
            <a:r>
              <a:rPr sz="1919" spc="37" dirty="0">
                <a:latin typeface="Georgia"/>
                <a:cs typeface="Georgia"/>
              </a:rPr>
              <a:t>T</a:t>
            </a:r>
            <a:r>
              <a:rPr sz="1919" spc="54" dirty="0">
                <a:latin typeface="Georgia"/>
                <a:cs typeface="Georgia"/>
              </a:rPr>
              <a:t>opic</a:t>
            </a:r>
            <a:r>
              <a:rPr sz="1919" spc="-110" dirty="0">
                <a:latin typeface="Georgia"/>
                <a:cs typeface="Georgia"/>
              </a:rPr>
              <a:t> </a:t>
            </a:r>
            <a:r>
              <a:rPr sz="1919" spc="-83" dirty="0">
                <a:latin typeface="Georgia"/>
                <a:cs typeface="Georgia"/>
              </a:rPr>
              <a:t>:</a:t>
            </a:r>
            <a:r>
              <a:rPr sz="1919" spc="-110" dirty="0">
                <a:latin typeface="Georgia"/>
                <a:cs typeface="Georgia"/>
              </a:rPr>
              <a:t> </a:t>
            </a:r>
            <a:r>
              <a:rPr lang="en-US" sz="1919" spc="-110" dirty="0">
                <a:latin typeface="Georgia"/>
                <a:cs typeface="Georgia"/>
              </a:rPr>
              <a:t>Space Exploration Software :Writing software for space missions</a:t>
            </a:r>
          </a:p>
          <a:p>
            <a:pPr marL="23206" marR="9282">
              <a:lnSpc>
                <a:spcPct val="102699"/>
              </a:lnSpc>
            </a:pPr>
            <a:r>
              <a:rPr sz="1919" spc="91" dirty="0">
                <a:latin typeface="Georgia"/>
                <a:cs typeface="Georgia"/>
              </a:rPr>
              <a:t>Se</a:t>
            </a:r>
            <a:r>
              <a:rPr sz="1919" spc="73" dirty="0">
                <a:latin typeface="Georgia"/>
                <a:cs typeface="Georgia"/>
              </a:rPr>
              <a:t>c</a:t>
            </a:r>
            <a:r>
              <a:rPr sz="1919" spc="54" dirty="0">
                <a:latin typeface="Georgia"/>
                <a:cs typeface="Georgia"/>
              </a:rPr>
              <a:t>ti</a:t>
            </a:r>
            <a:r>
              <a:rPr sz="1919" spc="83" dirty="0">
                <a:latin typeface="Georgia"/>
                <a:cs typeface="Georgia"/>
              </a:rPr>
              <a:t>o</a:t>
            </a:r>
            <a:r>
              <a:rPr sz="1919" spc="73" dirty="0">
                <a:latin typeface="Georgia"/>
                <a:cs typeface="Georgia"/>
              </a:rPr>
              <a:t>n</a:t>
            </a:r>
            <a:r>
              <a:rPr sz="1919" spc="-110" dirty="0">
                <a:latin typeface="Georgia"/>
                <a:cs typeface="Georgia"/>
              </a:rPr>
              <a:t> </a:t>
            </a:r>
            <a:r>
              <a:rPr sz="1919" spc="-83" dirty="0">
                <a:latin typeface="Georgia"/>
                <a:cs typeface="Georgia"/>
              </a:rPr>
              <a:t>:</a:t>
            </a:r>
            <a:r>
              <a:rPr sz="1919" spc="-110" dirty="0">
                <a:latin typeface="Georgia"/>
                <a:cs typeface="Georgia"/>
              </a:rPr>
              <a:t> </a:t>
            </a:r>
            <a:r>
              <a:rPr sz="1919" dirty="0">
                <a:latin typeface="Georgia"/>
                <a:cs typeface="Georgia"/>
              </a:rPr>
              <a:t>EICHER</a:t>
            </a:r>
          </a:p>
          <a:p>
            <a:pPr marL="23206">
              <a:spcBef>
                <a:spcPts val="64"/>
              </a:spcBef>
            </a:pPr>
            <a:r>
              <a:rPr sz="1919" spc="64" dirty="0">
                <a:latin typeface="Georgia"/>
                <a:cs typeface="Georgia"/>
              </a:rPr>
              <a:t>Lab</a:t>
            </a:r>
            <a:r>
              <a:rPr sz="1919" spc="-110" dirty="0">
                <a:latin typeface="Georgia"/>
                <a:cs typeface="Georgia"/>
              </a:rPr>
              <a:t> </a:t>
            </a:r>
            <a:r>
              <a:rPr sz="1919" spc="-183" dirty="0">
                <a:latin typeface="Georgia"/>
                <a:cs typeface="Georgia"/>
              </a:rPr>
              <a:t>N</a:t>
            </a:r>
            <a:r>
              <a:rPr sz="1919" spc="27" dirty="0">
                <a:latin typeface="Georgia"/>
                <a:cs typeface="Georgia"/>
              </a:rPr>
              <a:t>o</a:t>
            </a:r>
            <a:r>
              <a:rPr sz="1919" spc="-110" dirty="0">
                <a:latin typeface="Georgia"/>
                <a:cs typeface="Georgia"/>
              </a:rPr>
              <a:t> </a:t>
            </a:r>
            <a:r>
              <a:rPr sz="1919" spc="-83" dirty="0">
                <a:latin typeface="Georgia"/>
                <a:cs typeface="Georgia"/>
              </a:rPr>
              <a:t>:</a:t>
            </a:r>
            <a:r>
              <a:rPr sz="1919" spc="-110" dirty="0">
                <a:latin typeface="Georgia"/>
                <a:cs typeface="Georgia"/>
              </a:rPr>
              <a:t> </a:t>
            </a:r>
            <a:r>
              <a:rPr sz="1919" spc="27" dirty="0">
                <a:latin typeface="Georgia"/>
                <a:cs typeface="Georgia"/>
              </a:rPr>
              <a:t>23IS</a:t>
            </a:r>
            <a:r>
              <a:rPr sz="1919" spc="9" dirty="0">
                <a:latin typeface="Georgia"/>
                <a:cs typeface="Georgia"/>
              </a:rPr>
              <a:t>1</a:t>
            </a:r>
            <a:r>
              <a:rPr sz="1919" spc="128" dirty="0">
                <a:latin typeface="Georgia"/>
                <a:cs typeface="Georgia"/>
              </a:rPr>
              <a:t>999</a:t>
            </a:r>
            <a:endParaRPr sz="1919" dirty="0">
              <a:latin typeface="Georgia"/>
              <a:cs typeface="Georgia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0E8950-87F4-515B-37DD-7244F96A55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50" y="273050"/>
            <a:ext cx="8093558" cy="18273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" y="0"/>
            <a:ext cx="10706100" cy="6032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706100" cy="6032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7076" y="-18687"/>
            <a:ext cx="10706100" cy="6032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6461" y="0"/>
            <a:ext cx="2678443" cy="141064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0" rIns="0" bIns="0" rtlCol="0">
            <a:spAutoFit/>
          </a:bodyPr>
          <a:lstStyle/>
          <a:p>
            <a:pPr marL="13335">
              <a:lnSpc>
                <a:spcPts val="1135"/>
              </a:lnSpc>
            </a:pPr>
            <a:r>
              <a:rPr sz="1150" i="1" spc="50" dirty="0">
                <a:solidFill>
                  <a:srgbClr val="EBEBEB"/>
                </a:solidFill>
                <a:latin typeface="Arial"/>
                <a:cs typeface="Arial"/>
              </a:rPr>
              <a:t>#include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40943" y="0"/>
            <a:ext cx="593725" cy="165100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150" i="1" spc="-20" dirty="0">
                <a:solidFill>
                  <a:srgbClr val="D1D1D1"/>
                </a:solidFill>
                <a:latin typeface="Arial"/>
                <a:cs typeface="Arial"/>
              </a:rPr>
              <a:t>&lt;stdio.h&gt;</a:t>
            </a:r>
            <a:endParaRPr sz="11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66461" y="164695"/>
            <a:ext cx="1280795" cy="180975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50" i="1" spc="50" dirty="0">
                <a:solidFill>
                  <a:srgbClr val="EBEBEB"/>
                </a:solidFill>
                <a:latin typeface="Arial"/>
                <a:cs typeface="Arial"/>
              </a:rPr>
              <a:t>#include</a:t>
            </a:r>
            <a:r>
              <a:rPr sz="1150" i="1" spc="9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-10" dirty="0">
                <a:solidFill>
                  <a:srgbClr val="D1D1D1"/>
                </a:solidFill>
                <a:latin typeface="Arial"/>
                <a:cs typeface="Arial"/>
              </a:rPr>
              <a:t>&lt;stdlib.h&gt;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72222" y="484078"/>
            <a:ext cx="121920" cy="208915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350" i="1" spc="-25" dirty="0">
                <a:solidFill>
                  <a:srgbClr val="D1D1D1"/>
                </a:solidFill>
                <a:latin typeface="Arial"/>
                <a:cs typeface="Arial"/>
              </a:rPr>
              <a:t>II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43417" y="484078"/>
            <a:ext cx="694055" cy="208915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2603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4"/>
              </a:spcBef>
            </a:pPr>
            <a:r>
              <a:rPr sz="1150" spc="-10" dirty="0">
                <a:solidFill>
                  <a:srgbClr val="EBEBEB"/>
                </a:solidFill>
                <a:latin typeface="Arial"/>
                <a:cs typeface="Arial"/>
              </a:rPr>
              <a:t>Constants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03528" y="672464"/>
            <a:ext cx="1791335" cy="208279"/>
          </a:xfrm>
          <a:custGeom>
            <a:avLst/>
            <a:gdLst/>
            <a:ahLst/>
            <a:cxnLst/>
            <a:rect l="l" t="t" r="r" b="b"/>
            <a:pathLst>
              <a:path w="1791335" h="208280">
                <a:moveTo>
                  <a:pt x="1790990" y="208015"/>
                </a:moveTo>
                <a:lnTo>
                  <a:pt x="0" y="208015"/>
                </a:lnTo>
                <a:lnTo>
                  <a:pt x="0" y="0"/>
                </a:lnTo>
                <a:lnTo>
                  <a:pt x="1790990" y="0"/>
                </a:lnTo>
                <a:lnTo>
                  <a:pt x="1790990" y="208015"/>
                </a:lnTo>
                <a:close/>
              </a:path>
            </a:pathLst>
          </a:custGeom>
          <a:solidFill>
            <a:srgbClr val="0A0A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90826" y="665573"/>
            <a:ext cx="1844039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i="1" spc="65" dirty="0">
                <a:solidFill>
                  <a:srgbClr val="EBEBEB"/>
                </a:solidFill>
                <a:latin typeface="Arial"/>
                <a:cs typeface="Arial"/>
              </a:rPr>
              <a:t>#define</a:t>
            </a:r>
            <a:r>
              <a:rPr sz="1150" i="1" spc="-1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b="1" i="1" spc="-60" dirty="0">
                <a:solidFill>
                  <a:srgbClr val="EBEBEB"/>
                </a:solidFill>
                <a:latin typeface="Arial"/>
                <a:cs typeface="Arial"/>
              </a:rPr>
              <a:t>MAX_</a:t>
            </a:r>
            <a:r>
              <a:rPr sz="1150" b="1" i="1" spc="-19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-85" dirty="0">
                <a:solidFill>
                  <a:srgbClr val="EBEBEB"/>
                </a:solidFill>
                <a:latin typeface="Arial"/>
                <a:cs typeface="Arial"/>
              </a:rPr>
              <a:t>THRUST</a:t>
            </a:r>
            <a:r>
              <a:rPr sz="1150" i="1" spc="11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spc="-25" dirty="0">
                <a:solidFill>
                  <a:srgbClr val="EBEBEB"/>
                </a:solidFill>
                <a:latin typeface="Arial"/>
                <a:cs typeface="Arial"/>
              </a:rPr>
              <a:t>100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04656" y="869003"/>
            <a:ext cx="1605280" cy="188595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5"/>
              </a:lnSpc>
            </a:pPr>
            <a:r>
              <a:rPr sz="1150" i="1" spc="65" dirty="0">
                <a:solidFill>
                  <a:srgbClr val="EBEBEB"/>
                </a:solidFill>
                <a:latin typeface="Arial"/>
                <a:cs typeface="Arial"/>
              </a:rPr>
              <a:t>#define</a:t>
            </a:r>
            <a:r>
              <a:rPr sz="1150" i="1" spc="-6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-50" dirty="0">
                <a:solidFill>
                  <a:srgbClr val="EBEBEB"/>
                </a:solidFill>
                <a:latin typeface="Arial"/>
                <a:cs typeface="Arial"/>
              </a:rPr>
              <a:t>MIN_THRUST</a:t>
            </a:r>
            <a:r>
              <a:rPr sz="1150" i="1" spc="8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EBEBEB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80045" y="1187405"/>
            <a:ext cx="128270" cy="228600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350" i="1" spc="-25" dirty="0">
                <a:solidFill>
                  <a:srgbClr val="D1D1D1"/>
                </a:solidFill>
                <a:latin typeface="Arial"/>
                <a:cs typeface="Arial"/>
              </a:rPr>
              <a:t>II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39811" y="1206722"/>
            <a:ext cx="2882265" cy="200660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150" dirty="0">
                <a:solidFill>
                  <a:srgbClr val="EBEBEB"/>
                </a:solidFill>
                <a:latin typeface="Arial"/>
                <a:cs typeface="Arial"/>
              </a:rPr>
              <a:t>Function</a:t>
            </a:r>
            <a:r>
              <a:rPr sz="1150" spc="12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EBEBEB"/>
                </a:solidFill>
                <a:latin typeface="Arial"/>
                <a:cs typeface="Arial"/>
              </a:rPr>
              <a:t>to</a:t>
            </a:r>
            <a:r>
              <a:rPr sz="1150" spc="10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spc="55" dirty="0">
                <a:solidFill>
                  <a:srgbClr val="EBEBEB"/>
                </a:solidFill>
                <a:latin typeface="Arial"/>
                <a:cs typeface="Arial"/>
              </a:rPr>
              <a:t>control</a:t>
            </a:r>
            <a:r>
              <a:rPr sz="1150" spc="-4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65" dirty="0">
                <a:solidFill>
                  <a:srgbClr val="EBEBEB"/>
                </a:solidFill>
                <a:latin typeface="Arial"/>
                <a:cs typeface="Arial"/>
              </a:rPr>
              <a:t>the</a:t>
            </a:r>
            <a:r>
              <a:rPr sz="1150" i="1" spc="4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satellite's</a:t>
            </a:r>
            <a:r>
              <a:rPr sz="1150" i="1" spc="19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-10" dirty="0">
                <a:solidFill>
                  <a:srgbClr val="EBEBEB"/>
                </a:solidFill>
                <a:latin typeface="Arial"/>
                <a:cs typeface="Arial"/>
              </a:rPr>
              <a:t>thrusters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99801" y="1382553"/>
            <a:ext cx="2822575" cy="200660"/>
          </a:xfrm>
          <a:custGeom>
            <a:avLst/>
            <a:gdLst/>
            <a:ahLst/>
            <a:cxnLst/>
            <a:rect l="l" t="t" r="r" b="b"/>
            <a:pathLst>
              <a:path w="2822575" h="200659">
                <a:moveTo>
                  <a:pt x="2822041" y="200412"/>
                </a:moveTo>
                <a:lnTo>
                  <a:pt x="0" y="200412"/>
                </a:lnTo>
                <a:lnTo>
                  <a:pt x="0" y="0"/>
                </a:lnTo>
                <a:lnTo>
                  <a:pt x="2822041" y="0"/>
                </a:lnTo>
                <a:lnTo>
                  <a:pt x="2822041" y="200412"/>
                </a:lnTo>
                <a:close/>
              </a:path>
            </a:pathLst>
          </a:custGeom>
          <a:solidFill>
            <a:srgbClr val="0A0A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387099" y="1375663"/>
            <a:ext cx="284416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i="1" spc="30" dirty="0">
                <a:solidFill>
                  <a:srgbClr val="EBEBEB"/>
                </a:solidFill>
                <a:latin typeface="Arial"/>
                <a:cs typeface="Arial"/>
              </a:rPr>
              <a:t>void</a:t>
            </a:r>
            <a:r>
              <a:rPr sz="1150" i="1" spc="10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spc="30" dirty="0">
                <a:solidFill>
                  <a:srgbClr val="EBEBEB"/>
                </a:solidFill>
                <a:latin typeface="Arial"/>
                <a:cs typeface="Arial"/>
              </a:rPr>
              <a:t>contro/Thrusters(int</a:t>
            </a:r>
            <a:r>
              <a:rPr sz="1150" spc="-4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30" dirty="0">
                <a:solidFill>
                  <a:srgbClr val="EBEBEB"/>
                </a:solidFill>
                <a:latin typeface="Arial"/>
                <a:cs typeface="Arial"/>
              </a:rPr>
              <a:t>desiredThrust)</a:t>
            </a:r>
            <a:r>
              <a:rPr sz="1150" i="1" spc="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-50" dirty="0">
                <a:solidFill>
                  <a:srgbClr val="EBEBEB"/>
                </a:solidFill>
                <a:latin typeface="Arial"/>
                <a:cs typeface="Arial"/>
              </a:rPr>
              <a:t>{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387914" y="1545830"/>
            <a:ext cx="128270" cy="228600"/>
          </a:xfrm>
          <a:custGeom>
            <a:avLst/>
            <a:gdLst/>
            <a:ahLst/>
            <a:cxnLst/>
            <a:rect l="l" t="t" r="r" b="b"/>
            <a:pathLst>
              <a:path w="128270" h="228600">
                <a:moveTo>
                  <a:pt x="128094" y="228025"/>
                </a:moveTo>
                <a:lnTo>
                  <a:pt x="0" y="228025"/>
                </a:lnTo>
                <a:lnTo>
                  <a:pt x="0" y="0"/>
                </a:lnTo>
                <a:lnTo>
                  <a:pt x="128094" y="0"/>
                </a:lnTo>
                <a:lnTo>
                  <a:pt x="128094" y="228025"/>
                </a:lnTo>
                <a:close/>
              </a:path>
            </a:pathLst>
          </a:custGeom>
          <a:solidFill>
            <a:srgbClr val="0A0A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375212" y="1532710"/>
            <a:ext cx="12382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i="1" spc="-25" dirty="0">
                <a:solidFill>
                  <a:srgbClr val="D1D1D1"/>
                </a:solidFill>
                <a:latin typeface="Arial"/>
                <a:cs typeface="Arial"/>
              </a:rPr>
              <a:t>II</a:t>
            </a:r>
            <a:endParaRPr sz="13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53392" y="1565147"/>
            <a:ext cx="2832100" cy="200660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Ensure</a:t>
            </a:r>
            <a:r>
              <a:rPr sz="1150" i="1" spc="14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desired</a:t>
            </a:r>
            <a:r>
              <a:rPr sz="1150" i="1" spc="18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thrust</a:t>
            </a:r>
            <a:r>
              <a:rPr sz="1150" i="1" spc="8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EBEBEB"/>
                </a:solidFill>
                <a:latin typeface="Arial"/>
                <a:cs typeface="Arial"/>
              </a:rPr>
              <a:t>is</a:t>
            </a:r>
            <a:r>
              <a:rPr sz="1150" spc="14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within</a:t>
            </a:r>
            <a:r>
              <a:rPr sz="1150" i="1" spc="7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valid</a:t>
            </a:r>
            <a:r>
              <a:rPr sz="1150" i="1" spc="10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-10" dirty="0">
                <a:solidFill>
                  <a:srgbClr val="EBEBEB"/>
                </a:solidFill>
                <a:latin typeface="Arial"/>
                <a:cs typeface="Arial"/>
              </a:rPr>
              <a:t>range</a:t>
            </a:r>
            <a:endParaRPr sz="11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30291" y="1765560"/>
            <a:ext cx="2323465" cy="169545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85"/>
              </a:lnSpc>
            </a:pP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if</a:t>
            </a:r>
            <a:r>
              <a:rPr sz="1150" i="1" spc="6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(desiredThrust</a:t>
            </a:r>
            <a:r>
              <a:rPr sz="1150" i="1" spc="18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-110" dirty="0">
                <a:solidFill>
                  <a:srgbClr val="EBEBEB"/>
                </a:solidFill>
                <a:latin typeface="Arial"/>
                <a:cs typeface="Arial"/>
              </a:rPr>
              <a:t>&lt;</a:t>
            </a:r>
            <a:r>
              <a:rPr sz="1150" i="1" spc="5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-35" dirty="0">
                <a:solidFill>
                  <a:srgbClr val="EBEBEB"/>
                </a:solidFill>
                <a:latin typeface="Arial"/>
                <a:cs typeface="Arial"/>
              </a:rPr>
              <a:t>MIN_THRUST)</a:t>
            </a:r>
            <a:r>
              <a:rPr sz="1150" i="1" spc="16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-50" dirty="0">
                <a:solidFill>
                  <a:srgbClr val="EBEBEB"/>
                </a:solidFill>
                <a:latin typeface="Arial"/>
                <a:cs typeface="Arial"/>
              </a:rPr>
              <a:t>{</a:t>
            </a:r>
            <a:endParaRPr sz="11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43589" y="1934628"/>
            <a:ext cx="2047875" cy="182880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0" rIns="0" bIns="0" rtlCol="0">
            <a:spAutoFit/>
          </a:bodyPr>
          <a:lstStyle/>
          <a:p>
            <a:pPr marL="19050">
              <a:lnSpc>
                <a:spcPts val="1290"/>
              </a:lnSpc>
            </a:pP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desiredThrust</a:t>
            </a:r>
            <a:r>
              <a:rPr sz="1150" i="1" spc="21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=</a:t>
            </a:r>
            <a:r>
              <a:rPr sz="1150" i="1" spc="1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-45" dirty="0">
                <a:solidFill>
                  <a:srgbClr val="EBEBEB"/>
                </a:solidFill>
                <a:latin typeface="Arial"/>
                <a:cs typeface="Arial"/>
              </a:rPr>
              <a:t>MIN_THRUST;</a:t>
            </a:r>
            <a:endParaRPr sz="11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22934" y="2117222"/>
            <a:ext cx="2776220" cy="171450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95"/>
              </a:lnSpc>
            </a:pP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}</a:t>
            </a:r>
            <a:r>
              <a:rPr sz="1150" i="1" spc="3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else</a:t>
            </a:r>
            <a:r>
              <a:rPr sz="1150" i="1" spc="3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if</a:t>
            </a:r>
            <a:r>
              <a:rPr sz="1150" i="1" spc="14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(desiredThrust</a:t>
            </a:r>
            <a:r>
              <a:rPr sz="1150" i="1" spc="9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200" i="1" spc="-204" dirty="0">
                <a:solidFill>
                  <a:srgbClr val="EBEBEB"/>
                </a:solidFill>
                <a:latin typeface="Arial"/>
                <a:cs typeface="Arial"/>
              </a:rPr>
              <a:t>&gt;</a:t>
            </a:r>
            <a:r>
              <a:rPr sz="1200" i="1" spc="7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-35" dirty="0">
                <a:solidFill>
                  <a:srgbClr val="EBEBEB"/>
                </a:solidFill>
                <a:latin typeface="Arial"/>
                <a:cs typeface="Arial"/>
              </a:rPr>
              <a:t>MAX_THRUST)</a:t>
            </a:r>
            <a:r>
              <a:rPr sz="1150" i="1" spc="12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-50" dirty="0">
                <a:solidFill>
                  <a:srgbClr val="EBEBEB"/>
                </a:solidFill>
                <a:latin typeface="Arial"/>
                <a:cs typeface="Arial"/>
              </a:rPr>
              <a:t>{</a:t>
            </a:r>
            <a:endParaRPr sz="11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936212" y="2274646"/>
            <a:ext cx="2052955" cy="370205"/>
          </a:xfrm>
          <a:custGeom>
            <a:avLst/>
            <a:gdLst/>
            <a:ahLst/>
            <a:cxnLst/>
            <a:rect l="l" t="t" r="r" b="b"/>
            <a:pathLst>
              <a:path w="2052954" h="370205">
                <a:moveTo>
                  <a:pt x="2052523" y="0"/>
                </a:moveTo>
                <a:lnTo>
                  <a:pt x="0" y="0"/>
                </a:lnTo>
                <a:lnTo>
                  <a:pt x="0" y="194246"/>
                </a:lnTo>
                <a:lnTo>
                  <a:pt x="936802" y="194246"/>
                </a:lnTo>
                <a:lnTo>
                  <a:pt x="936802" y="370078"/>
                </a:lnTo>
                <a:lnTo>
                  <a:pt x="990739" y="370078"/>
                </a:lnTo>
                <a:lnTo>
                  <a:pt x="990739" y="194246"/>
                </a:lnTo>
                <a:lnTo>
                  <a:pt x="2052523" y="194246"/>
                </a:lnTo>
                <a:lnTo>
                  <a:pt x="2052523" y="0"/>
                </a:lnTo>
                <a:close/>
              </a:path>
            </a:pathLst>
          </a:custGeom>
          <a:solidFill>
            <a:srgbClr val="0A0A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923511" y="2261585"/>
            <a:ext cx="208978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desiredThrust</a:t>
            </a:r>
            <a:r>
              <a:rPr sz="1150" i="1" spc="27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=</a:t>
            </a:r>
            <a:r>
              <a:rPr sz="1150" i="1" spc="1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-45" dirty="0">
                <a:solidFill>
                  <a:srgbClr val="EBEBEB"/>
                </a:solidFill>
                <a:latin typeface="Arial"/>
                <a:cs typeface="Arial"/>
              </a:rPr>
              <a:t>MAX_THRUST;</a:t>
            </a:r>
            <a:endParaRPr sz="1150">
              <a:latin typeface="Arial"/>
              <a:cs typeface="Arial"/>
            </a:endParaRPr>
          </a:p>
          <a:p>
            <a:pPr marR="131445" algn="ctr">
              <a:lnSpc>
                <a:spcPct val="100000"/>
              </a:lnSpc>
              <a:spcBef>
                <a:spcPts val="5"/>
              </a:spcBef>
            </a:pPr>
            <a:r>
              <a:rPr sz="1150" i="1" spc="-50" dirty="0">
                <a:solidFill>
                  <a:srgbClr val="EBEBEB"/>
                </a:solidFill>
                <a:latin typeface="Arial"/>
                <a:cs typeface="Arial"/>
              </a:rPr>
              <a:t>}</a:t>
            </a:r>
            <a:endParaRPr sz="11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01374" y="2776652"/>
            <a:ext cx="128270" cy="228600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350" i="1" spc="30" dirty="0">
                <a:solidFill>
                  <a:srgbClr val="D1D1D1"/>
                </a:solidFill>
                <a:latin typeface="Arial"/>
                <a:cs typeface="Arial"/>
              </a:rPr>
              <a:t>II</a:t>
            </a:r>
            <a:endParaRPr sz="13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50549" y="2795969"/>
            <a:ext cx="4025265" cy="200660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635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50"/>
              </a:spcBef>
            </a:pPr>
            <a:r>
              <a:rPr sz="1150" i="1" dirty="0">
                <a:solidFill>
                  <a:srgbClr val="D1D1D1"/>
                </a:solidFill>
                <a:latin typeface="Arial"/>
                <a:cs typeface="Arial"/>
              </a:rPr>
              <a:t>Code</a:t>
            </a:r>
            <a:r>
              <a:rPr sz="1150" i="1" spc="185" dirty="0">
                <a:solidFill>
                  <a:srgbClr val="D1D1D1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EBEBEB"/>
                </a:solidFill>
                <a:latin typeface="Arial"/>
                <a:cs typeface="Arial"/>
              </a:rPr>
              <a:t>to</a:t>
            </a:r>
            <a:r>
              <a:rPr sz="1150" spc="7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adjust</a:t>
            </a:r>
            <a:r>
              <a:rPr sz="1150" i="1" spc="20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satellite's</a:t>
            </a:r>
            <a:r>
              <a:rPr sz="1150" i="1" spc="20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thrusters</a:t>
            </a:r>
            <a:r>
              <a:rPr sz="1150" i="1" spc="19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spc="55" dirty="0">
                <a:solidFill>
                  <a:srgbClr val="EBEBEB"/>
                </a:solidFill>
                <a:latin typeface="Arial"/>
                <a:cs typeface="Arial"/>
              </a:rPr>
              <a:t>based</a:t>
            </a:r>
            <a:r>
              <a:rPr sz="1150" spc="-6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spc="60" dirty="0">
                <a:solidFill>
                  <a:srgbClr val="EBEBEB"/>
                </a:solidFill>
                <a:latin typeface="Arial"/>
                <a:cs typeface="Arial"/>
              </a:rPr>
              <a:t>on</a:t>
            </a:r>
            <a:r>
              <a:rPr sz="1150" spc="4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desired</a:t>
            </a:r>
            <a:r>
              <a:rPr sz="1150" i="1" spc="18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-10" dirty="0">
                <a:solidFill>
                  <a:srgbClr val="EBEBEB"/>
                </a:solidFill>
                <a:latin typeface="Arial"/>
                <a:cs typeface="Arial"/>
              </a:rPr>
              <a:t>thrust</a:t>
            </a:r>
            <a:endParaRPr sz="11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53053" y="2996382"/>
            <a:ext cx="128270" cy="182880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0"/>
              </a:lnSpc>
            </a:pPr>
            <a:r>
              <a:rPr sz="1350" i="1" spc="-25" dirty="0">
                <a:solidFill>
                  <a:srgbClr val="D1D1D1"/>
                </a:solidFill>
                <a:latin typeface="Arial"/>
                <a:cs typeface="Arial"/>
              </a:rPr>
              <a:t>II</a:t>
            </a:r>
            <a:endParaRPr sz="13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19269" y="2978563"/>
            <a:ext cx="4320540" cy="200660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(In</a:t>
            </a:r>
            <a:r>
              <a:rPr sz="1150" i="1" spc="3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EBEBEB"/>
                </a:solidFill>
                <a:latin typeface="Arial"/>
                <a:cs typeface="Arial"/>
              </a:rPr>
              <a:t>a</a:t>
            </a:r>
            <a:r>
              <a:rPr sz="1150" spc="5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real</a:t>
            </a:r>
            <a:r>
              <a:rPr sz="1150" i="1" spc="12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EBEBEB"/>
                </a:solidFill>
                <a:latin typeface="Arial"/>
                <a:cs typeface="Arial"/>
              </a:rPr>
              <a:t>scenario,</a:t>
            </a:r>
            <a:r>
              <a:rPr sz="1150" spc="9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this</a:t>
            </a:r>
            <a:r>
              <a:rPr sz="1150" i="1" spc="204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EBEBEB"/>
                </a:solidFill>
                <a:latin typeface="Arial"/>
                <a:cs typeface="Arial"/>
              </a:rPr>
              <a:t>would</a:t>
            </a:r>
            <a:r>
              <a:rPr sz="1150" spc="1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involve</a:t>
            </a:r>
            <a:r>
              <a:rPr sz="1150" i="1" spc="14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interacting</a:t>
            </a:r>
            <a:r>
              <a:rPr sz="1150" i="1" spc="24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with</a:t>
            </a:r>
            <a:r>
              <a:rPr sz="1150" i="1" spc="13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-10" dirty="0">
                <a:solidFill>
                  <a:srgbClr val="EBEBEB"/>
                </a:solidFill>
                <a:latin typeface="Arial"/>
                <a:cs typeface="Arial"/>
              </a:rPr>
              <a:t>hardware)</a:t>
            </a:r>
            <a:endParaRPr sz="11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63093" y="3178976"/>
            <a:ext cx="3475354" cy="169545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85"/>
              </a:lnSpc>
            </a:pPr>
            <a:r>
              <a:rPr sz="1150" i="1" spc="20" dirty="0">
                <a:solidFill>
                  <a:srgbClr val="EBEBEB"/>
                </a:solidFill>
                <a:latin typeface="Arial"/>
                <a:cs typeface="Arial"/>
              </a:rPr>
              <a:t>printf("Adjusting</a:t>
            </a:r>
            <a:r>
              <a:rPr sz="1150" i="1" spc="1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20" dirty="0">
                <a:solidFill>
                  <a:srgbClr val="EBEBEB"/>
                </a:solidFill>
                <a:latin typeface="Arial"/>
                <a:cs typeface="Arial"/>
              </a:rPr>
              <a:t>thrusters</a:t>
            </a:r>
            <a:r>
              <a:rPr sz="1150" i="1" spc="18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spc="20" dirty="0">
                <a:solidFill>
                  <a:srgbClr val="EBEBEB"/>
                </a:solidFill>
                <a:latin typeface="Arial"/>
                <a:cs typeface="Arial"/>
              </a:rPr>
              <a:t>to</a:t>
            </a:r>
            <a:r>
              <a:rPr sz="1150" spc="15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spc="70" dirty="0">
                <a:solidFill>
                  <a:srgbClr val="EBEBEB"/>
                </a:solidFill>
                <a:latin typeface="Arial"/>
                <a:cs typeface="Arial"/>
              </a:rPr>
              <a:t>%din:</a:t>
            </a:r>
            <a:r>
              <a:rPr sz="1150" spc="-3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-10" dirty="0">
                <a:solidFill>
                  <a:srgbClr val="EBEBEB"/>
                </a:solidFill>
                <a:latin typeface="Arial"/>
                <a:cs typeface="Arial"/>
              </a:rPr>
              <a:t>desiredThrust);</a:t>
            </a:r>
            <a:endParaRPr sz="11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32001" y="3348045"/>
            <a:ext cx="112395" cy="182880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0"/>
              </a:lnSpc>
            </a:pPr>
            <a:r>
              <a:rPr sz="1350" i="1" spc="35" dirty="0">
                <a:solidFill>
                  <a:srgbClr val="D1D1D1"/>
                </a:solidFill>
                <a:latin typeface="Arial"/>
                <a:cs typeface="Arial"/>
              </a:rPr>
              <a:t>II</a:t>
            </a:r>
            <a:endParaRPr sz="135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090784" y="3330226"/>
            <a:ext cx="3754120" cy="200660"/>
          </a:xfrm>
          <a:custGeom>
            <a:avLst/>
            <a:gdLst/>
            <a:ahLst/>
            <a:cxnLst/>
            <a:rect l="l" t="t" r="r" b="b"/>
            <a:pathLst>
              <a:path w="3754120" h="200660">
                <a:moveTo>
                  <a:pt x="3753943" y="200412"/>
                </a:moveTo>
                <a:lnTo>
                  <a:pt x="0" y="200412"/>
                </a:lnTo>
                <a:lnTo>
                  <a:pt x="0" y="0"/>
                </a:lnTo>
                <a:lnTo>
                  <a:pt x="3753943" y="0"/>
                </a:lnTo>
                <a:lnTo>
                  <a:pt x="3753943" y="200412"/>
                </a:lnTo>
                <a:close/>
              </a:path>
            </a:pathLst>
          </a:custGeom>
          <a:solidFill>
            <a:srgbClr val="0A0A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090782" y="3323338"/>
            <a:ext cx="376555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Additional</a:t>
            </a:r>
            <a:r>
              <a:rPr sz="1150" i="1" spc="21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spc="60" dirty="0">
                <a:solidFill>
                  <a:srgbClr val="EBEBEB"/>
                </a:solidFill>
                <a:latin typeface="Arial"/>
                <a:cs typeface="Arial"/>
              </a:rPr>
              <a:t>code</a:t>
            </a:r>
            <a:r>
              <a:rPr sz="1150" spc="1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for</a:t>
            </a:r>
            <a:r>
              <a:rPr sz="1150" i="1" spc="17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interacting</a:t>
            </a:r>
            <a:r>
              <a:rPr sz="1150" i="1" spc="17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50" dirty="0">
                <a:solidFill>
                  <a:srgbClr val="EBEBEB"/>
                </a:solidFill>
                <a:latin typeface="Arial"/>
                <a:cs typeface="Arial"/>
              </a:rPr>
              <a:t>with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hardware</a:t>
            </a:r>
            <a:r>
              <a:rPr sz="1150" i="1" spc="9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EBEBEB"/>
                </a:solidFill>
                <a:latin typeface="Arial"/>
                <a:cs typeface="Arial"/>
              </a:rPr>
              <a:t>goes</a:t>
            </a:r>
            <a:r>
              <a:rPr sz="1150" spc="4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-20" dirty="0">
                <a:solidFill>
                  <a:srgbClr val="EBEBEB"/>
                </a:solidFill>
                <a:latin typeface="Arial"/>
                <a:cs typeface="Arial"/>
              </a:rPr>
              <a:t>here</a:t>
            </a:r>
            <a:endParaRPr sz="115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785375" y="3498701"/>
            <a:ext cx="60960" cy="194310"/>
          </a:xfrm>
          <a:custGeom>
            <a:avLst/>
            <a:gdLst/>
            <a:ahLst/>
            <a:cxnLst/>
            <a:rect l="l" t="t" r="r" b="b"/>
            <a:pathLst>
              <a:path w="60960" h="194310">
                <a:moveTo>
                  <a:pt x="60676" y="194243"/>
                </a:moveTo>
                <a:lnTo>
                  <a:pt x="0" y="194243"/>
                </a:lnTo>
                <a:lnTo>
                  <a:pt x="0" y="0"/>
                </a:lnTo>
                <a:lnTo>
                  <a:pt x="60676" y="0"/>
                </a:lnTo>
                <a:lnTo>
                  <a:pt x="60676" y="194243"/>
                </a:lnTo>
                <a:close/>
              </a:path>
            </a:pathLst>
          </a:custGeom>
          <a:solidFill>
            <a:srgbClr val="0A0A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772673" y="3485644"/>
            <a:ext cx="7683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i="1" spc="-50" dirty="0">
                <a:solidFill>
                  <a:srgbClr val="EBEBEB"/>
                </a:solidFill>
                <a:latin typeface="Arial"/>
                <a:cs typeface="Arial"/>
              </a:rPr>
              <a:t>}</a:t>
            </a:r>
            <a:endParaRPr sz="11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31442" y="3857127"/>
            <a:ext cx="752475" cy="194310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int</a:t>
            </a:r>
            <a:r>
              <a:rPr sz="1150" i="1" spc="204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main()</a:t>
            </a:r>
            <a:r>
              <a:rPr sz="1150" i="1" spc="13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-50" dirty="0">
                <a:solidFill>
                  <a:srgbClr val="EBEBEB"/>
                </a:solidFill>
                <a:latin typeface="Arial"/>
                <a:cs typeface="Arial"/>
              </a:rPr>
              <a:t>{</a:t>
            </a:r>
            <a:endParaRPr sz="11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80022" y="4020998"/>
            <a:ext cx="128270" cy="228600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350" i="1" spc="-25" dirty="0">
                <a:solidFill>
                  <a:srgbClr val="D1D1D1"/>
                </a:solidFill>
                <a:latin typeface="Arial"/>
                <a:cs typeface="Arial"/>
              </a:rPr>
              <a:t>II</a:t>
            </a:r>
            <a:endParaRPr sz="13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45500" y="4040315"/>
            <a:ext cx="4254500" cy="200660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150" i="1" spc="-20" dirty="0">
                <a:solidFill>
                  <a:srgbClr val="EBEBEB"/>
                </a:solidFill>
                <a:latin typeface="Arial"/>
                <a:cs typeface="Arial"/>
              </a:rPr>
              <a:t>Example:</a:t>
            </a:r>
            <a:r>
              <a:rPr sz="1150" i="1" spc="4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Control</a:t>
            </a:r>
            <a:r>
              <a:rPr sz="1150" i="1" spc="16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50" dirty="0">
                <a:solidFill>
                  <a:srgbClr val="EBEBEB"/>
                </a:solidFill>
                <a:latin typeface="Arial"/>
                <a:cs typeface="Arial"/>
              </a:rPr>
              <a:t>the</a:t>
            </a:r>
            <a:r>
              <a:rPr sz="1150" i="1" spc="8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thrusters</a:t>
            </a:r>
            <a:r>
              <a:rPr sz="1150" i="1" spc="23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based</a:t>
            </a:r>
            <a:r>
              <a:rPr sz="1150" i="1" spc="14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EBEBEB"/>
                </a:solidFill>
                <a:latin typeface="Arial"/>
                <a:cs typeface="Arial"/>
              </a:rPr>
              <a:t>on</a:t>
            </a:r>
            <a:r>
              <a:rPr sz="1150" spc="19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EBEBEB"/>
                </a:solidFill>
                <a:latin typeface="Arial"/>
                <a:cs typeface="Arial"/>
              </a:rPr>
              <a:t>a</a:t>
            </a:r>
            <a:r>
              <a:rPr sz="1150" spc="3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desired</a:t>
            </a:r>
            <a:r>
              <a:rPr sz="1150" i="1" spc="13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thrust</a:t>
            </a:r>
            <a:r>
              <a:rPr sz="1150" i="1" spc="12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-10" dirty="0">
                <a:solidFill>
                  <a:srgbClr val="EBEBEB"/>
                </a:solidFill>
                <a:latin typeface="Arial"/>
                <a:cs typeface="Arial"/>
              </a:rPr>
              <a:t>value</a:t>
            </a:r>
            <a:endParaRPr sz="11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296605" y="4240728"/>
            <a:ext cx="1221740" cy="169545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85"/>
              </a:lnSpc>
            </a:pP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int</a:t>
            </a:r>
            <a:r>
              <a:rPr sz="1150" i="1" spc="12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-10" dirty="0">
                <a:solidFill>
                  <a:srgbClr val="EBEBEB"/>
                </a:solidFill>
                <a:latin typeface="Arial"/>
                <a:cs typeface="Arial"/>
              </a:rPr>
              <a:t>desiredThrust;</a:t>
            </a:r>
            <a:endParaRPr sz="11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151818" y="4409796"/>
            <a:ext cx="5487670" cy="175895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0"/>
              </a:lnSpc>
            </a:pP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printf("Enter</a:t>
            </a:r>
            <a:r>
              <a:rPr sz="1150" i="1" spc="27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desired</a:t>
            </a:r>
            <a:r>
              <a:rPr sz="1150" i="1" spc="12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thrust</a:t>
            </a:r>
            <a:r>
              <a:rPr sz="1150" i="1" spc="7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(between</a:t>
            </a:r>
            <a:r>
              <a:rPr sz="1150" i="1" spc="114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%d</a:t>
            </a:r>
            <a:r>
              <a:rPr sz="1150" i="1" spc="3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and</a:t>
            </a:r>
            <a:r>
              <a:rPr sz="1150" i="1" spc="9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-10" dirty="0">
                <a:solidFill>
                  <a:srgbClr val="EBEBEB"/>
                </a:solidFill>
                <a:latin typeface="Arial"/>
                <a:cs typeface="Arial"/>
              </a:rPr>
              <a:t>%d):</a:t>
            </a:r>
            <a:r>
              <a:rPr sz="1150" i="1" spc="5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D1D1D1"/>
                </a:solidFill>
                <a:latin typeface="Arial"/>
                <a:cs typeface="Arial"/>
              </a:rPr>
              <a:t>:</a:t>
            </a:r>
            <a:r>
              <a:rPr sz="1150" spc="240" dirty="0">
                <a:solidFill>
                  <a:srgbClr val="D1D1D1"/>
                </a:solidFill>
                <a:latin typeface="Arial"/>
                <a:cs typeface="Arial"/>
              </a:rPr>
              <a:t> </a:t>
            </a:r>
            <a:r>
              <a:rPr sz="1150" i="1" spc="-50" dirty="0">
                <a:solidFill>
                  <a:srgbClr val="EBEBEB"/>
                </a:solidFill>
                <a:latin typeface="Arial"/>
                <a:cs typeface="Arial"/>
              </a:rPr>
              <a:t>MIN_THRUST,</a:t>
            </a:r>
            <a:r>
              <a:rPr sz="1150" i="1" spc="5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-25" dirty="0">
                <a:solidFill>
                  <a:srgbClr val="EBEBEB"/>
                </a:solidFill>
                <a:latin typeface="Arial"/>
                <a:cs typeface="Arial"/>
              </a:rPr>
              <a:t>MAX_THRUST);</a:t>
            </a:r>
            <a:endParaRPr sz="115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931375" y="4567216"/>
            <a:ext cx="1902460" cy="194310"/>
          </a:xfrm>
          <a:custGeom>
            <a:avLst/>
            <a:gdLst/>
            <a:ahLst/>
            <a:cxnLst/>
            <a:rect l="l" t="t" r="r" b="b"/>
            <a:pathLst>
              <a:path w="1902460" h="194310">
                <a:moveTo>
                  <a:pt x="1902228" y="194243"/>
                </a:moveTo>
                <a:lnTo>
                  <a:pt x="0" y="194243"/>
                </a:lnTo>
                <a:lnTo>
                  <a:pt x="0" y="0"/>
                </a:lnTo>
                <a:lnTo>
                  <a:pt x="1902228" y="0"/>
                </a:lnTo>
                <a:lnTo>
                  <a:pt x="1902228" y="194243"/>
                </a:lnTo>
                <a:close/>
              </a:path>
            </a:pathLst>
          </a:custGeom>
          <a:solidFill>
            <a:srgbClr val="0A0A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918672" y="4554160"/>
            <a:ext cx="194754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scanf("%d</a:t>
            </a:r>
            <a:r>
              <a:rPr sz="1150" i="1" spc="105" dirty="0">
                <a:solidFill>
                  <a:srgbClr val="EBEBEB"/>
                </a:solidFill>
                <a:latin typeface="Arial"/>
                <a:cs typeface="Arial"/>
              </a:rPr>
              <a:t>  </a:t>
            </a:r>
            <a:r>
              <a:rPr sz="1150" i="1" spc="-10" dirty="0">
                <a:solidFill>
                  <a:srgbClr val="EBEBEB"/>
                </a:solidFill>
                <a:latin typeface="Arial"/>
                <a:cs typeface="Arial"/>
              </a:rPr>
              <a:t>&amp;desiredThrust);</a:t>
            </a:r>
            <a:endParaRPr sz="11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26134" y="4900157"/>
            <a:ext cx="121920" cy="215265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350" i="1" spc="-25" dirty="0">
                <a:solidFill>
                  <a:srgbClr val="D1D1D1"/>
                </a:solidFill>
                <a:latin typeface="Arial"/>
                <a:cs typeface="Arial"/>
              </a:rPr>
              <a:t>II</a:t>
            </a:r>
            <a:endParaRPr sz="13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987658" y="4900157"/>
            <a:ext cx="1967864" cy="215265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2603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4"/>
              </a:spcBef>
            </a:pPr>
            <a:r>
              <a:rPr sz="1150" i="1" spc="10" dirty="0">
                <a:solidFill>
                  <a:srgbClr val="EBEBEB"/>
                </a:solidFill>
                <a:latin typeface="Arial"/>
                <a:cs typeface="Arial"/>
              </a:rPr>
              <a:t>Simulate</a:t>
            </a:r>
            <a:r>
              <a:rPr sz="1150" i="1" spc="12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50" dirty="0">
                <a:solidFill>
                  <a:srgbClr val="EBEBEB"/>
                </a:solidFill>
                <a:latin typeface="Arial"/>
                <a:cs typeface="Arial"/>
              </a:rPr>
              <a:t>the</a:t>
            </a:r>
            <a:r>
              <a:rPr sz="1150" i="1" spc="4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10" dirty="0">
                <a:solidFill>
                  <a:srgbClr val="D1D1D1"/>
                </a:solidFill>
                <a:latin typeface="Arial"/>
                <a:cs typeface="Arial"/>
              </a:rPr>
              <a:t>control</a:t>
            </a:r>
            <a:r>
              <a:rPr sz="1150" i="1" spc="-20" dirty="0">
                <a:solidFill>
                  <a:srgbClr val="D1D1D1"/>
                </a:solidFill>
                <a:latin typeface="Arial"/>
                <a:cs typeface="Arial"/>
              </a:rPr>
              <a:t> </a:t>
            </a:r>
            <a:r>
              <a:rPr sz="1150" spc="-10" dirty="0">
                <a:solidFill>
                  <a:srgbClr val="EBEBEB"/>
                </a:solidFill>
                <a:latin typeface="Arial"/>
                <a:cs typeface="Arial"/>
              </a:rPr>
              <a:t>process</a:t>
            </a:r>
            <a:endParaRPr sz="115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789796" y="5095306"/>
            <a:ext cx="2195830" cy="200660"/>
          </a:xfrm>
          <a:custGeom>
            <a:avLst/>
            <a:gdLst/>
            <a:ahLst/>
            <a:cxnLst/>
            <a:rect l="l" t="t" r="r" b="b"/>
            <a:pathLst>
              <a:path w="2195829" h="200660">
                <a:moveTo>
                  <a:pt x="2195449" y="200412"/>
                </a:moveTo>
                <a:lnTo>
                  <a:pt x="0" y="200412"/>
                </a:lnTo>
                <a:lnTo>
                  <a:pt x="0" y="0"/>
                </a:lnTo>
                <a:lnTo>
                  <a:pt x="2195449" y="0"/>
                </a:lnTo>
                <a:lnTo>
                  <a:pt x="2195449" y="200412"/>
                </a:lnTo>
                <a:close/>
              </a:path>
            </a:pathLst>
          </a:custGeom>
          <a:solidFill>
            <a:srgbClr val="0A0A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3777094" y="5088418"/>
            <a:ext cx="222567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spc="20" dirty="0">
                <a:solidFill>
                  <a:srgbClr val="EBEBEB"/>
                </a:solidFill>
                <a:latin typeface="Arial"/>
                <a:cs typeface="Arial"/>
              </a:rPr>
              <a:t>control</a:t>
            </a:r>
            <a:r>
              <a:rPr sz="1150" i="1" spc="20" dirty="0">
                <a:solidFill>
                  <a:srgbClr val="EBEBEB"/>
                </a:solidFill>
                <a:latin typeface="Arial"/>
                <a:cs typeface="Arial"/>
              </a:rPr>
              <a:t>Thrusters(desiredThrus</a:t>
            </a:r>
            <a:r>
              <a:rPr sz="1150" i="1" spc="-11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-25" dirty="0">
                <a:solidFill>
                  <a:srgbClr val="EBEBEB"/>
                </a:solidFill>
                <a:latin typeface="Arial"/>
                <a:cs typeface="Arial"/>
              </a:rPr>
              <a:t>t);</a:t>
            </a:r>
            <a:endParaRPr sz="11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599695" y="5453138"/>
            <a:ext cx="587375" cy="194310"/>
          </a:xfrm>
          <a:prstGeom prst="rect">
            <a:avLst/>
          </a:prstGeom>
          <a:solidFill>
            <a:srgbClr val="0A0A0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150" i="1" dirty="0">
                <a:solidFill>
                  <a:srgbClr val="EBEBEB"/>
                </a:solidFill>
                <a:latin typeface="Arial"/>
                <a:cs typeface="Arial"/>
              </a:rPr>
              <a:t>return</a:t>
            </a:r>
            <a:r>
              <a:rPr sz="1150" i="1" spc="12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1150" i="1" spc="-25" dirty="0">
                <a:solidFill>
                  <a:srgbClr val="EBEBEB"/>
                </a:solidFill>
                <a:latin typeface="Arial"/>
                <a:cs typeface="Arial"/>
              </a:rPr>
              <a:t>0;</a:t>
            </a:r>
            <a:endParaRPr sz="115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785375" y="5622206"/>
            <a:ext cx="60960" cy="194310"/>
          </a:xfrm>
          <a:custGeom>
            <a:avLst/>
            <a:gdLst/>
            <a:ahLst/>
            <a:cxnLst/>
            <a:rect l="l" t="t" r="r" b="b"/>
            <a:pathLst>
              <a:path w="60960" h="194310">
                <a:moveTo>
                  <a:pt x="60676" y="194243"/>
                </a:moveTo>
                <a:lnTo>
                  <a:pt x="0" y="194243"/>
                </a:lnTo>
                <a:lnTo>
                  <a:pt x="0" y="0"/>
                </a:lnTo>
                <a:lnTo>
                  <a:pt x="60676" y="0"/>
                </a:lnTo>
                <a:lnTo>
                  <a:pt x="60676" y="194243"/>
                </a:lnTo>
                <a:close/>
              </a:path>
            </a:pathLst>
          </a:custGeom>
          <a:solidFill>
            <a:srgbClr val="0A0A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4772673" y="5609150"/>
            <a:ext cx="7874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i="1" spc="-50" dirty="0">
                <a:solidFill>
                  <a:srgbClr val="EBEBEB"/>
                </a:solidFill>
                <a:latin typeface="Arial"/>
                <a:cs typeface="Arial"/>
              </a:rPr>
              <a:t>}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706100" cy="6032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706100" cy="6032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F9A3C1-1A85-654E-DE2A-738EF1D93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60"/>
            <a:ext cx="10706100" cy="60221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F46C67-9CA1-ABEF-C3AD-2666F20A1C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60"/>
            <a:ext cx="10706100" cy="602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09512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</TotalTime>
  <Words>219</Words>
  <Application>Microsoft Office PowerPoint</Application>
  <PresentationFormat>Custom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Georgia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Yogesh S</cp:lastModifiedBy>
  <cp:revision>2</cp:revision>
  <dcterms:created xsi:type="dcterms:W3CDTF">2024-01-09T04:54:54Z</dcterms:created>
  <dcterms:modified xsi:type="dcterms:W3CDTF">2024-01-09T05:56:34Z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Adobe Scan for iOS 23.12.13</vt:lpwstr>
  </property>
  <property fmtid="{D5CDD505-2E9C-101B-9397-08002B2CF9AE}" pid="3" name="Producer">
    <vt:lpwstr>Adobe Scan for iOS 23.12.13</vt:lpwstr>
  </property>
</Properties>
</file>